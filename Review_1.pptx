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62" r:id="rId6"/>
    <p:sldId id="263" r:id="rId7"/>
    <p:sldId id="270" r:id="rId8"/>
    <p:sldId id="272" r:id="rId9"/>
    <p:sldId id="273" r:id="rId10"/>
    <p:sldId id="274" r:id="rId11"/>
    <p:sldId id="278" r:id="rId12"/>
    <p:sldId id="275" r:id="rId13"/>
    <p:sldId id="276" r:id="rId14"/>
    <p:sldId id="277" r:id="rId15"/>
    <p:sldId id="279" r:id="rId16"/>
    <p:sldId id="269" r:id="rId17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F2149-90F4-43C4-AE4D-9C8A1FE87CF1}" v="34" dt="2026-07-19T16:43:05.3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7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avi R" userId="77b7c791e88abeab" providerId="LiveId" clId="{42BCB0F9-DE0C-43DB-BA6C-FD4E4DF1A85B}"/>
    <pc:docChg chg="undo custSel addSld modSld sldOrd">
      <pc:chgData name="Ragavi R" userId="77b7c791e88abeab" providerId="LiveId" clId="{42BCB0F9-DE0C-43DB-BA6C-FD4E4DF1A85B}" dt="2026-07-19T16:47:23.710" v="227" actId="2711"/>
      <pc:docMkLst>
        <pc:docMk/>
      </pc:docMkLst>
      <pc:sldChg chg="modSp mod">
        <pc:chgData name="Ragavi R" userId="77b7c791e88abeab" providerId="LiveId" clId="{42BCB0F9-DE0C-43DB-BA6C-FD4E4DF1A85B}" dt="2026-07-19T16:06:24.355" v="34" actId="1076"/>
        <pc:sldMkLst>
          <pc:docMk/>
          <pc:sldMk cId="0" sldId="257"/>
        </pc:sldMkLst>
        <pc:spChg chg="mod">
          <ac:chgData name="Ragavi R" userId="77b7c791e88abeab" providerId="LiveId" clId="{42BCB0F9-DE0C-43DB-BA6C-FD4E4DF1A85B}" dt="2026-07-19T16:06:19.670" v="33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gavi R" userId="77b7c791e88abeab" providerId="LiveId" clId="{42BCB0F9-DE0C-43DB-BA6C-FD4E4DF1A85B}" dt="2026-07-19T16:06:24.355" v="34" actId="1076"/>
          <ac:spMkLst>
            <pc:docMk/>
            <pc:sldMk cId="0" sldId="257"/>
            <ac:spMk id="62" creationId="{00000000-0000-0000-0000-000000000000}"/>
          </ac:spMkLst>
        </pc:spChg>
      </pc:sldChg>
      <pc:sldChg chg="addSp delSp modSp mod">
        <pc:chgData name="Ragavi R" userId="77b7c791e88abeab" providerId="LiveId" clId="{42BCB0F9-DE0C-43DB-BA6C-FD4E4DF1A85B}" dt="2026-07-19T16:42:05.240" v="205" actId="1076"/>
        <pc:sldMkLst>
          <pc:docMk/>
          <pc:sldMk cId="3624547481" sldId="258"/>
        </pc:sldMkLst>
        <pc:spChg chg="mod">
          <ac:chgData name="Ragavi R" userId="77b7c791e88abeab" providerId="LiveId" clId="{42BCB0F9-DE0C-43DB-BA6C-FD4E4DF1A85B}" dt="2026-07-19T16:24:06.662" v="62" actId="20577"/>
          <ac:spMkLst>
            <pc:docMk/>
            <pc:sldMk cId="3624547481" sldId="258"/>
            <ac:spMk id="4" creationId="{00000000-0000-0000-0000-000000000000}"/>
          </ac:spMkLst>
        </pc:spChg>
        <pc:spChg chg="mod">
          <ac:chgData name="Ragavi R" userId="77b7c791e88abeab" providerId="LiveId" clId="{42BCB0F9-DE0C-43DB-BA6C-FD4E4DF1A85B}" dt="2026-07-19T16:38:29.983" v="175" actId="1076"/>
          <ac:spMkLst>
            <pc:docMk/>
            <pc:sldMk cId="3624547481" sldId="258"/>
            <ac:spMk id="62" creationId="{00000000-0000-0000-0000-000000000000}"/>
          </ac:spMkLst>
        </pc:spChg>
        <pc:graphicFrameChg chg="add del mod modGraphic">
          <ac:chgData name="Ragavi R" userId="77b7c791e88abeab" providerId="LiveId" clId="{42BCB0F9-DE0C-43DB-BA6C-FD4E4DF1A85B}" dt="2026-07-19T16:24:31.923" v="69" actId="478"/>
          <ac:graphicFrameMkLst>
            <pc:docMk/>
            <pc:sldMk cId="3624547481" sldId="258"/>
            <ac:graphicFrameMk id="2" creationId="{BF03A72D-AB0C-D828-1B37-8E2E68AE42EF}"/>
          </ac:graphicFrameMkLst>
        </pc:graphicFrameChg>
        <pc:graphicFrameChg chg="add mod modGraphic">
          <ac:chgData name="Ragavi R" userId="77b7c791e88abeab" providerId="LiveId" clId="{42BCB0F9-DE0C-43DB-BA6C-FD4E4DF1A85B}" dt="2026-07-19T16:42:05.240" v="205" actId="1076"/>
          <ac:graphicFrameMkLst>
            <pc:docMk/>
            <pc:sldMk cId="3624547481" sldId="258"/>
            <ac:graphicFrameMk id="3" creationId="{1E5A9570-9C09-067B-5940-21EFAC3EC14A}"/>
          </ac:graphicFrameMkLst>
        </pc:graphicFrameChg>
      </pc:sldChg>
      <pc:sldChg chg="addSp modSp mod">
        <pc:chgData name="Ragavi R" userId="77b7c791e88abeab" providerId="LiveId" clId="{42BCB0F9-DE0C-43DB-BA6C-FD4E4DF1A85B}" dt="2026-07-19T16:44:03.070" v="225" actId="1076"/>
        <pc:sldMkLst>
          <pc:docMk/>
          <pc:sldMk cId="1412364437" sldId="262"/>
        </pc:sldMkLst>
        <pc:spChg chg="mod">
          <ac:chgData name="Ragavi R" userId="77b7c791e88abeab" providerId="LiveId" clId="{42BCB0F9-DE0C-43DB-BA6C-FD4E4DF1A85B}" dt="2026-07-19T16:31:13.212" v="121"/>
          <ac:spMkLst>
            <pc:docMk/>
            <pc:sldMk cId="1412364437" sldId="262"/>
            <ac:spMk id="3" creationId="{1468B094-5E91-E61D-6DC2-BE2935987DCE}"/>
          </ac:spMkLst>
        </pc:spChg>
        <pc:spChg chg="mod">
          <ac:chgData name="Ragavi R" userId="77b7c791e88abeab" providerId="LiveId" clId="{42BCB0F9-DE0C-43DB-BA6C-FD4E4DF1A85B}" dt="2026-07-19T16:44:03.070" v="225" actId="1076"/>
          <ac:spMkLst>
            <pc:docMk/>
            <pc:sldMk cId="1412364437" sldId="262"/>
            <ac:spMk id="62" creationId="{00000000-0000-0000-0000-000000000000}"/>
          </ac:spMkLst>
        </pc:spChg>
        <pc:graphicFrameChg chg="add mod modGraphic">
          <ac:chgData name="Ragavi R" userId="77b7c791e88abeab" providerId="LiveId" clId="{42BCB0F9-DE0C-43DB-BA6C-FD4E4DF1A85B}" dt="2026-07-19T16:43:53.727" v="224" actId="14100"/>
          <ac:graphicFrameMkLst>
            <pc:docMk/>
            <pc:sldMk cId="1412364437" sldId="262"/>
            <ac:graphicFrameMk id="2" creationId="{187A6183-A14A-3A69-8C74-DAA84BFDE6B8}"/>
          </ac:graphicFrameMkLst>
        </pc:graphicFrameChg>
      </pc:sldChg>
      <pc:sldChg chg="modSp mod">
        <pc:chgData name="Ragavi R" userId="77b7c791e88abeab" providerId="LiveId" clId="{42BCB0F9-DE0C-43DB-BA6C-FD4E4DF1A85B}" dt="2026-07-19T16:07:54.741" v="44" actId="1076"/>
        <pc:sldMkLst>
          <pc:docMk/>
          <pc:sldMk cId="2084557482" sldId="263"/>
        </pc:sldMkLst>
        <pc:spChg chg="mod">
          <ac:chgData name="Ragavi R" userId="77b7c791e88abeab" providerId="LiveId" clId="{42BCB0F9-DE0C-43DB-BA6C-FD4E4DF1A85B}" dt="2026-07-19T16:07:54.741" v="44" actId="1076"/>
          <ac:spMkLst>
            <pc:docMk/>
            <pc:sldMk cId="2084557482" sldId="263"/>
            <ac:spMk id="4" creationId="{00000000-0000-0000-0000-000000000000}"/>
          </ac:spMkLst>
        </pc:spChg>
        <pc:spChg chg="mod">
          <ac:chgData name="Ragavi R" userId="77b7c791e88abeab" providerId="LiveId" clId="{42BCB0F9-DE0C-43DB-BA6C-FD4E4DF1A85B}" dt="2026-07-19T16:07:46.192" v="43" actId="1076"/>
          <ac:spMkLst>
            <pc:docMk/>
            <pc:sldMk cId="2084557482" sldId="263"/>
            <ac:spMk id="62" creationId="{00000000-0000-0000-0000-000000000000}"/>
          </ac:spMkLst>
        </pc:spChg>
      </pc:sldChg>
      <pc:sldChg chg="modSp mod">
        <pc:chgData name="Ragavi R" userId="77b7c791e88abeab" providerId="LiveId" clId="{42BCB0F9-DE0C-43DB-BA6C-FD4E4DF1A85B}" dt="2026-07-19T16:08:17.317" v="46" actId="1076"/>
        <pc:sldMkLst>
          <pc:docMk/>
          <pc:sldMk cId="3656303562" sldId="270"/>
        </pc:sldMkLst>
        <pc:spChg chg="mod">
          <ac:chgData name="Ragavi R" userId="77b7c791e88abeab" providerId="LiveId" clId="{42BCB0F9-DE0C-43DB-BA6C-FD4E4DF1A85B}" dt="2026-07-19T16:08:17.317" v="46" actId="1076"/>
          <ac:spMkLst>
            <pc:docMk/>
            <pc:sldMk cId="3656303562" sldId="270"/>
            <ac:spMk id="4" creationId="{00000000-0000-0000-0000-000000000000}"/>
          </ac:spMkLst>
        </pc:spChg>
        <pc:spChg chg="mod">
          <ac:chgData name="Ragavi R" userId="77b7c791e88abeab" providerId="LiveId" clId="{42BCB0F9-DE0C-43DB-BA6C-FD4E4DF1A85B}" dt="2026-07-19T16:08:12.993" v="45" actId="1076"/>
          <ac:spMkLst>
            <pc:docMk/>
            <pc:sldMk cId="3656303562" sldId="270"/>
            <ac:spMk id="62" creationId="{00000000-0000-0000-0000-000000000000}"/>
          </ac:spMkLst>
        </pc:spChg>
      </pc:sldChg>
      <pc:sldChg chg="modSp mod">
        <pc:chgData name="Ragavi R" userId="77b7c791e88abeab" providerId="LiveId" clId="{42BCB0F9-DE0C-43DB-BA6C-FD4E4DF1A85B}" dt="2026-07-19T16:06:38.686" v="36" actId="1076"/>
        <pc:sldMkLst>
          <pc:docMk/>
          <pc:sldMk cId="1266082920" sldId="271"/>
        </pc:sldMkLst>
        <pc:spChg chg="mod">
          <ac:chgData name="Ragavi R" userId="77b7c791e88abeab" providerId="LiveId" clId="{42BCB0F9-DE0C-43DB-BA6C-FD4E4DF1A85B}" dt="2026-07-19T16:06:38.686" v="36" actId="1076"/>
          <ac:spMkLst>
            <pc:docMk/>
            <pc:sldMk cId="1266082920" sldId="271"/>
            <ac:spMk id="2" creationId="{AC5A87A6-D359-6032-0BB4-A7AB19E24A76}"/>
          </ac:spMkLst>
        </pc:spChg>
        <pc:spChg chg="mod">
          <ac:chgData name="Ragavi R" userId="77b7c791e88abeab" providerId="LiveId" clId="{42BCB0F9-DE0C-43DB-BA6C-FD4E4DF1A85B}" dt="2026-07-19T16:06:09.361" v="32" actId="1076"/>
          <ac:spMkLst>
            <pc:docMk/>
            <pc:sldMk cId="1266082920" sldId="271"/>
            <ac:spMk id="3" creationId="{D3B47FE0-2E04-3962-B861-4AB755EDC870}"/>
          </ac:spMkLst>
        </pc:spChg>
      </pc:sldChg>
      <pc:sldChg chg="modSp mod">
        <pc:chgData name="Ragavi R" userId="77b7c791e88abeab" providerId="LiveId" clId="{42BCB0F9-DE0C-43DB-BA6C-FD4E4DF1A85B}" dt="2026-07-19T16:08:31.380" v="48" actId="1076"/>
        <pc:sldMkLst>
          <pc:docMk/>
          <pc:sldMk cId="1509145332" sldId="272"/>
        </pc:sldMkLst>
        <pc:spChg chg="mod">
          <ac:chgData name="Ragavi R" userId="77b7c791e88abeab" providerId="LiveId" clId="{42BCB0F9-DE0C-43DB-BA6C-FD4E4DF1A85B}" dt="2026-07-19T16:08:31.380" v="48" actId="1076"/>
          <ac:spMkLst>
            <pc:docMk/>
            <pc:sldMk cId="1509145332" sldId="272"/>
            <ac:spMk id="4" creationId="{CF514ABC-6C5F-53CA-F7E9-5CDEDA2B6C62}"/>
          </ac:spMkLst>
        </pc:spChg>
        <pc:spChg chg="mod">
          <ac:chgData name="Ragavi R" userId="77b7c791e88abeab" providerId="LiveId" clId="{42BCB0F9-DE0C-43DB-BA6C-FD4E4DF1A85B}" dt="2026-07-19T16:08:26.633" v="47" actId="1076"/>
          <ac:spMkLst>
            <pc:docMk/>
            <pc:sldMk cId="1509145332" sldId="272"/>
            <ac:spMk id="6" creationId="{3EB02BF8-7765-48F1-883D-0A59325E3D75}"/>
          </ac:spMkLst>
        </pc:spChg>
      </pc:sldChg>
      <pc:sldChg chg="modSp mod">
        <pc:chgData name="Ragavi R" userId="77b7c791e88abeab" providerId="LiveId" clId="{42BCB0F9-DE0C-43DB-BA6C-FD4E4DF1A85B}" dt="2026-07-19T16:47:23.710" v="227" actId="2711"/>
        <pc:sldMkLst>
          <pc:docMk/>
          <pc:sldMk cId="2316134952" sldId="273"/>
        </pc:sldMkLst>
        <pc:spChg chg="mod">
          <ac:chgData name="Ragavi R" userId="77b7c791e88abeab" providerId="LiveId" clId="{42BCB0F9-DE0C-43DB-BA6C-FD4E4DF1A85B}" dt="2026-07-19T16:08:39.166" v="49" actId="1076"/>
          <ac:spMkLst>
            <pc:docMk/>
            <pc:sldMk cId="2316134952" sldId="273"/>
            <ac:spMk id="4" creationId="{9A53495F-DF8E-FCE2-225B-E3BF6B670AAF}"/>
          </ac:spMkLst>
        </pc:spChg>
        <pc:graphicFrameChg chg="modGraphic">
          <ac:chgData name="Ragavi R" userId="77b7c791e88abeab" providerId="LiveId" clId="{42BCB0F9-DE0C-43DB-BA6C-FD4E4DF1A85B}" dt="2026-07-19T16:47:23.710" v="227" actId="2711"/>
          <ac:graphicFrameMkLst>
            <pc:docMk/>
            <pc:sldMk cId="2316134952" sldId="273"/>
            <ac:graphicFrameMk id="5" creationId="{CFEB9806-C25B-97AE-ADB1-E9257FD7B67A}"/>
          </ac:graphicFrameMkLst>
        </pc:graphicFrameChg>
      </pc:sldChg>
      <pc:sldChg chg="addSp modSp mod">
        <pc:chgData name="Ragavi R" userId="77b7c791e88abeab" providerId="LiveId" clId="{42BCB0F9-DE0C-43DB-BA6C-FD4E4DF1A85B}" dt="2026-07-19T16:09:30.083" v="60" actId="14100"/>
        <pc:sldMkLst>
          <pc:docMk/>
          <pc:sldMk cId="3170832095" sldId="274"/>
        </pc:sldMkLst>
        <pc:picChg chg="add mod">
          <ac:chgData name="Ragavi R" userId="77b7c791e88abeab" providerId="LiveId" clId="{42BCB0F9-DE0C-43DB-BA6C-FD4E4DF1A85B}" dt="2026-07-19T16:09:30.083" v="60" actId="14100"/>
          <ac:picMkLst>
            <pc:docMk/>
            <pc:sldMk cId="3170832095" sldId="274"/>
            <ac:picMk id="5" creationId="{514C92BB-A7D8-35E3-128B-227CB2A2C769}"/>
          </ac:picMkLst>
        </pc:picChg>
      </pc:sldChg>
      <pc:sldChg chg="addSp modSp new mod">
        <pc:chgData name="Ragavi R" userId="77b7c791e88abeab" providerId="LiveId" clId="{42BCB0F9-DE0C-43DB-BA6C-FD4E4DF1A85B}" dt="2026-07-19T16:09:11.696" v="55" actId="14100"/>
        <pc:sldMkLst>
          <pc:docMk/>
          <pc:sldMk cId="3496724356" sldId="275"/>
        </pc:sldMkLst>
        <pc:picChg chg="add mod">
          <ac:chgData name="Ragavi R" userId="77b7c791e88abeab" providerId="LiveId" clId="{42BCB0F9-DE0C-43DB-BA6C-FD4E4DF1A85B}" dt="2026-07-19T16:09:11.696" v="55" actId="14100"/>
          <ac:picMkLst>
            <pc:docMk/>
            <pc:sldMk cId="3496724356" sldId="275"/>
            <ac:picMk id="4" creationId="{D0AA7F8F-DE43-CD66-B603-1E812A0CAF99}"/>
          </ac:picMkLst>
        </pc:picChg>
      </pc:sldChg>
      <pc:sldChg chg="addSp modSp new mod">
        <pc:chgData name="Ragavi R" userId="77b7c791e88abeab" providerId="LiveId" clId="{42BCB0F9-DE0C-43DB-BA6C-FD4E4DF1A85B}" dt="2026-07-19T16:09:01.010" v="52" actId="14100"/>
        <pc:sldMkLst>
          <pc:docMk/>
          <pc:sldMk cId="663044999" sldId="276"/>
        </pc:sldMkLst>
        <pc:picChg chg="add mod">
          <ac:chgData name="Ragavi R" userId="77b7c791e88abeab" providerId="LiveId" clId="{42BCB0F9-DE0C-43DB-BA6C-FD4E4DF1A85B}" dt="2026-07-19T16:09:01.010" v="52" actId="14100"/>
          <ac:picMkLst>
            <pc:docMk/>
            <pc:sldMk cId="663044999" sldId="276"/>
            <ac:picMk id="4" creationId="{8D40B0C2-F10B-8102-8E00-E806F7F9060E}"/>
          </ac:picMkLst>
        </pc:picChg>
      </pc:sldChg>
      <pc:sldChg chg="addSp modSp new mod">
        <pc:chgData name="Ragavi R" userId="77b7c791e88abeab" providerId="LiveId" clId="{42BCB0F9-DE0C-43DB-BA6C-FD4E4DF1A85B}" dt="2026-07-19T16:02:47.992" v="28" actId="14100"/>
        <pc:sldMkLst>
          <pc:docMk/>
          <pc:sldMk cId="4076402243" sldId="277"/>
        </pc:sldMkLst>
        <pc:picChg chg="add mod">
          <ac:chgData name="Ragavi R" userId="77b7c791e88abeab" providerId="LiveId" clId="{42BCB0F9-DE0C-43DB-BA6C-FD4E4DF1A85B}" dt="2026-07-19T16:02:47.992" v="28" actId="14100"/>
          <ac:picMkLst>
            <pc:docMk/>
            <pc:sldMk cId="4076402243" sldId="277"/>
            <ac:picMk id="4" creationId="{A3711306-6C6B-B0FD-FD55-7B4BDE79996D}"/>
          </ac:picMkLst>
        </pc:picChg>
      </pc:sldChg>
      <pc:sldChg chg="addSp modSp new mod ord">
        <pc:chgData name="Ragavi R" userId="77b7c791e88abeab" providerId="LiveId" clId="{42BCB0F9-DE0C-43DB-BA6C-FD4E4DF1A85B}" dt="2026-07-19T16:09:20.064" v="57" actId="14100"/>
        <pc:sldMkLst>
          <pc:docMk/>
          <pc:sldMk cId="1393676076" sldId="278"/>
        </pc:sldMkLst>
        <pc:picChg chg="add mod">
          <ac:chgData name="Ragavi R" userId="77b7c791e88abeab" providerId="LiveId" clId="{42BCB0F9-DE0C-43DB-BA6C-FD4E4DF1A85B}" dt="2026-07-19T16:09:20.064" v="57" actId="14100"/>
          <ac:picMkLst>
            <pc:docMk/>
            <pc:sldMk cId="1393676076" sldId="278"/>
            <ac:picMk id="4" creationId="{9C1D6282-2CCD-6609-F226-499BCACC9D5C}"/>
          </ac:picMkLst>
        </pc:picChg>
      </pc:sldChg>
      <pc:sldChg chg="addSp modSp add mod">
        <pc:chgData name="Ragavi R" userId="77b7c791e88abeab" providerId="LiveId" clId="{42BCB0F9-DE0C-43DB-BA6C-FD4E4DF1A85B}" dt="2026-07-19T16:02:33.238" v="23" actId="14100"/>
        <pc:sldMkLst>
          <pc:docMk/>
          <pc:sldMk cId="2880267487" sldId="279"/>
        </pc:sldMkLst>
        <pc:picChg chg="add mod">
          <ac:chgData name="Ragavi R" userId="77b7c791e88abeab" providerId="LiveId" clId="{42BCB0F9-DE0C-43DB-BA6C-FD4E4DF1A85B}" dt="2026-07-19T16:02:33.238" v="23" actId="14100"/>
          <ac:picMkLst>
            <pc:docMk/>
            <pc:sldMk cId="2880267487" sldId="279"/>
            <ac:picMk id="4" creationId="{E1DD8477-15D0-A685-303D-662763E75C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-735117" y="2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2918977" y="1670097"/>
            <a:ext cx="5955958" cy="87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US" sz="2800" dirty="0"/>
              <a:t>TRAFFIC MONITORING USING UAV AERIAL IMAGES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5006339" y="3530963"/>
            <a:ext cx="5257801" cy="12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PRADAKSHINA B (23CSR159)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PRAHADHEESH S(23CSR160)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RAGAVI R(23CSR170)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2918977" y="640716"/>
            <a:ext cx="6312310" cy="3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 PHASE II </a:t>
            </a:r>
            <a:endParaRPr sz="24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453466" y="1101213"/>
            <a:ext cx="5236209" cy="41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</a:t>
            </a:r>
            <a:r>
              <a:rPr lang="en-US" sz="26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sz="26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612128" y="4558895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Date:20.07.2026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22B79-C6DA-2687-07DA-DEE7BA722688}"/>
              </a:ext>
            </a:extLst>
          </p:cNvPr>
          <p:cNvSpPr txBox="1"/>
          <p:nvPr/>
        </p:nvSpPr>
        <p:spPr>
          <a:xfrm>
            <a:off x="2459353" y="5973648"/>
            <a:ext cx="5770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0"/>
            <a:r>
              <a:rPr lang="en-IN" sz="1600" b="1" spc="-10" dirty="0">
                <a:latin typeface="Times New Roman"/>
                <a:cs typeface="Times New Roman"/>
              </a:rPr>
              <a:t>MENTOR : Ms S MOHANAPRIYA </a:t>
            </a:r>
          </a:p>
          <a:p>
            <a:pPr marL="12700" lvl="0"/>
            <a:r>
              <a:rPr lang="en-IN" sz="1600" b="1" i="0" spc="-1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IN" sz="1600" b="1" i="0" spc="-1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1600" b="1" spc="-1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ssisstant</a:t>
            </a:r>
            <a:r>
              <a:rPr lang="en-IN" sz="1600" b="1" spc="-1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Professor [SRG] / CSE</a:t>
            </a:r>
            <a:endParaRPr lang="en-IN" sz="16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129615" y="1048409"/>
            <a:ext cx="3454065" cy="12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Problem Statement</a:t>
            </a:r>
            <a:br>
              <a:rPr lang="en-US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2071853" y="1879207"/>
            <a:ext cx="8006211" cy="236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UAVs capture images from high altitude.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Objects occupy very few pixels.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Existing detectors miss tiny objects.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Complex backgrounds increase false detections.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Real-time detection is required for traffic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87A6-D359-6032-0BB4-A7AB19E24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5750" y="1458513"/>
            <a:ext cx="7772400" cy="49244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47FE0-2E04-3962-B861-4AB755EDC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8673" y="2066168"/>
            <a:ext cx="6400800" cy="2308324"/>
          </a:xfrm>
        </p:spPr>
        <p:txBody>
          <a:bodyPr/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Improve small-object detection accuracy.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Preserve fine object features.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Capture local and global context.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Reduce false detections.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Achieve real-time traffic monitoring.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E865D-761E-BB45-D45F-1E95596A3A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8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123150" y="-250723"/>
            <a:ext cx="4068634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Literature Survey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2445730" y="1352784"/>
            <a:ext cx="8275899" cy="516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b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5A9570-9C09-067B-5940-21EFAC3EC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507777"/>
              </p:ext>
            </p:extLst>
          </p:nvPr>
        </p:nvGraphicFramePr>
        <p:xfrm>
          <a:off x="806245" y="551686"/>
          <a:ext cx="8117061" cy="58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71">
                  <a:extLst>
                    <a:ext uri="{9D8B030D-6E8A-4147-A177-3AD203B41FA5}">
                      <a16:colId xmlns:a16="http://schemas.microsoft.com/office/drawing/2014/main" val="2546484416"/>
                    </a:ext>
                  </a:extLst>
                </a:gridCol>
                <a:gridCol w="1769806">
                  <a:extLst>
                    <a:ext uri="{9D8B030D-6E8A-4147-A177-3AD203B41FA5}">
                      <a16:colId xmlns:a16="http://schemas.microsoft.com/office/drawing/2014/main" val="535295935"/>
                    </a:ext>
                  </a:extLst>
                </a:gridCol>
                <a:gridCol w="1681316">
                  <a:extLst>
                    <a:ext uri="{9D8B030D-6E8A-4147-A177-3AD203B41FA5}">
                      <a16:colId xmlns:a16="http://schemas.microsoft.com/office/drawing/2014/main" val="1937506125"/>
                    </a:ext>
                  </a:extLst>
                </a:gridCol>
                <a:gridCol w="2202427">
                  <a:extLst>
                    <a:ext uri="{9D8B030D-6E8A-4147-A177-3AD203B41FA5}">
                      <a16:colId xmlns:a16="http://schemas.microsoft.com/office/drawing/2014/main" val="3120715432"/>
                    </a:ext>
                  </a:extLst>
                </a:gridCol>
                <a:gridCol w="1893241">
                  <a:extLst>
                    <a:ext uri="{9D8B030D-6E8A-4147-A177-3AD203B41FA5}">
                      <a16:colId xmlns:a16="http://schemas.microsoft.com/office/drawing/2014/main" val="2491928754"/>
                    </a:ext>
                  </a:extLst>
                </a:gridCol>
              </a:tblGrid>
              <a:tr h="4405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5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Journal /      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50391"/>
                  </a:ext>
                </a:extLst>
              </a:tr>
              <a:tr h="1932434"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UAVDet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CNN–Mamba Hybrid Network for Efficient Small Object Detection in UAV Imagery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Yiming Yang, Feng Guo, Pei Niu</a:t>
                      </a:r>
                      <a:b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 and Image Understanding (Elsevier),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Hybrid CNN + Vision Mamba architecture.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CSPMB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global feature learning.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TFPN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tiny-object detection head.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Improved small-object detection while maintaining real-time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Still challenging in extremely dense scenes.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Does not include image enhancement.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Can be improved using advanced attention or feature fusion mechanisms.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463116"/>
                  </a:ext>
                </a:extLst>
              </a:tr>
              <a:tr h="1160288"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2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YOLO11s-UAV: An Advanced Algorithm for Small Object Detection in UAV Aerial Imagery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 Mi et al.</a:t>
                      </a:r>
                      <a:b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Imaging (MDPI),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CARIFPN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efficient feature fusion.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S2DResConv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better </a:t>
                      </a:r>
                      <a:r>
                        <a:rPr lang="en-IN" sz="12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downsampling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Added </a:t>
                      </a:r>
                      <a:r>
                        <a:rPr lang="en-IN" sz="125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FlexSimAM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attention module.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Lightweight model suitable for UAV deployment.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Slight reduction in inference speed due to additional modules.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Performance can be further improved in highly cluttered backgrounds.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Scope for stronger feature extraction techniques.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476812"/>
                  </a:ext>
                </a:extLst>
              </a:tr>
              <a:tr h="1291057"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3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SAMYOLO: Integrating Super-Resolution and Vision Mamba for Enhanced Small Object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Wanjun Wang et al.</a:t>
                      </a:r>
                      <a:b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JSTARS,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Super-Resolution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Vision Mamba.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Dual-branch RGB + SR input.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Feature Mapping module for cross-modal fusion.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Improved detection of tiny objects.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Increased computational complexity.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Higher training cost due to SR module.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Future work includes developing a lightweight version for real-time UAV applications.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90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365392" y="364639"/>
            <a:ext cx="496178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Literature Survey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8B094-5E91-E61D-6DC2-BE2935987DCE}"/>
              </a:ext>
            </a:extLst>
          </p:cNvPr>
          <p:cNvSpPr txBox="1"/>
          <p:nvPr/>
        </p:nvSpPr>
        <p:spPr>
          <a:xfrm>
            <a:off x="2814786" y="162878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7A6183-A14A-3A69-8C74-DAA84BFDE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84458"/>
              </p:ext>
            </p:extLst>
          </p:nvPr>
        </p:nvGraphicFramePr>
        <p:xfrm>
          <a:off x="858972" y="1474875"/>
          <a:ext cx="8098215" cy="4509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779">
                  <a:extLst>
                    <a:ext uri="{9D8B030D-6E8A-4147-A177-3AD203B41FA5}">
                      <a16:colId xmlns:a16="http://schemas.microsoft.com/office/drawing/2014/main" val="1876981469"/>
                    </a:ext>
                  </a:extLst>
                </a:gridCol>
                <a:gridCol w="2022124">
                  <a:extLst>
                    <a:ext uri="{9D8B030D-6E8A-4147-A177-3AD203B41FA5}">
                      <a16:colId xmlns:a16="http://schemas.microsoft.com/office/drawing/2014/main" val="3875539108"/>
                    </a:ext>
                  </a:extLst>
                </a:gridCol>
                <a:gridCol w="1837409">
                  <a:extLst>
                    <a:ext uri="{9D8B030D-6E8A-4147-A177-3AD203B41FA5}">
                      <a16:colId xmlns:a16="http://schemas.microsoft.com/office/drawing/2014/main" val="3477652001"/>
                    </a:ext>
                  </a:extLst>
                </a:gridCol>
                <a:gridCol w="1905463">
                  <a:extLst>
                    <a:ext uri="{9D8B030D-6E8A-4147-A177-3AD203B41FA5}">
                      <a16:colId xmlns:a16="http://schemas.microsoft.com/office/drawing/2014/main" val="599479519"/>
                    </a:ext>
                  </a:extLst>
                </a:gridCol>
                <a:gridCol w="1753440">
                  <a:extLst>
                    <a:ext uri="{9D8B030D-6E8A-4147-A177-3AD203B41FA5}">
                      <a16:colId xmlns:a16="http://schemas.microsoft.com/office/drawing/2014/main" val="976477323"/>
                    </a:ext>
                  </a:extLst>
                </a:gridCol>
              </a:tblGrid>
              <a:tr h="516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5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Journal /      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575476"/>
                  </a:ext>
                </a:extLst>
              </a:tr>
              <a:tr h="1518488">
                <a:tc>
                  <a:txBody>
                    <a:bodyPr/>
                    <a:lstStyle/>
                    <a:p>
                      <a:r>
                        <a:rPr lang="en-US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4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MFFSODNet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Multiscale Feature Fusion Small Object Detection Network for UAV Aerial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Lingjie</a:t>
                      </a: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Jiang et al.</a:t>
                      </a:r>
                      <a:b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Instrumentation and Measurement,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MSFEM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multi-scale feature extraction.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BDFPN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dense feature fusion.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Added tiny-object prediction head.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Improved feature representation of small objects.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CNN-based architecture has limited global context </a:t>
                      </a:r>
                      <a:r>
                        <a:rPr lang="en-IN" sz="12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Performance can be enhanced using Transformer/Mamba-based feature learning.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Computational complexity can be further reduced.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45429"/>
                  </a:ext>
                </a:extLst>
              </a:tr>
              <a:tr h="1518488">
                <a:tc>
                  <a:txBody>
                    <a:bodyPr/>
                    <a:lstStyle/>
                    <a:p>
                      <a:r>
                        <a:rPr lang="en-US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5</a:t>
                      </a:r>
                      <a:endParaRPr lang="en-IN"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SRTSOD-YOLO: Stronger Real-Time Small Object Detection Algorithm Based on Improved YOLO11 for UAV Imageries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Zechao</a:t>
                      </a: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 et al.</a:t>
                      </a:r>
                      <a:b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 (MDPI),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MFCAM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attention module.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Designed </a:t>
                      </a:r>
                      <a:r>
                        <a:rPr lang="en-IN" sz="12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GAC-FPN</a:t>
                      </a: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multi-scale feature fusion.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Used Adaptive Threshold Focal Loss.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Improved accuracy while maintaining real-time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Model complexity increases with additional modules.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further optimization for edge-device deployment.</a:t>
                      </a:r>
                      <a:b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Future work focuses on lightweight implementation.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3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485421" y="795270"/>
            <a:ext cx="3098259" cy="12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/>
            <a:r>
              <a:rPr lang="en-IN" dirty="0">
                <a:solidFill>
                  <a:srgbClr val="FF0000"/>
                </a:solidFill>
              </a:rPr>
              <a:t>Research Gap</a:t>
            </a:r>
            <a:br>
              <a:rPr lang="en-IN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2702773" y="1554774"/>
            <a:ext cx="8563183" cy="374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>
              <a:lnSpc>
                <a:spcPct val="150000"/>
              </a:lnSpc>
            </a:pPr>
            <a:r>
              <a:rPr lang="en-IN" b="0" dirty="0"/>
              <a:t>Existing methods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Lose tiny object features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Struggle in dense traffic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Detect many false positives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Have high computational cost </a:t>
            </a:r>
          </a:p>
          <a:p>
            <a:pPr>
              <a:lnSpc>
                <a:spcPct val="150000"/>
              </a:lnSpc>
            </a:pPr>
            <a:r>
              <a:rPr lang="en-IN" b="0" dirty="0"/>
              <a:t>Need</a:t>
            </a:r>
          </a:p>
          <a:p>
            <a:pPr>
              <a:lnSpc>
                <a:spcPct val="150000"/>
              </a:lnSpc>
            </a:pPr>
            <a:r>
              <a:rPr lang="en-IN" b="0" dirty="0"/>
              <a:t>	Accurate + lightweight + real-time detector</a:t>
            </a:r>
          </a:p>
          <a:p>
            <a:pPr marL="228600" indent="0">
              <a:lnSpc>
                <a:spcPct val="150000"/>
              </a:lnSpc>
            </a:pP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13696" y="720554"/>
            <a:ext cx="5994918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Architecture Diagram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3463745" y="1658141"/>
            <a:ext cx="6823880" cy="405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/>
            <a:r>
              <a:rPr lang="en-US" b="0" dirty="0"/>
              <a:t>Input UAV Image</a:t>
            </a:r>
          </a:p>
          <a:p>
            <a:pPr marL="228600" indent="0"/>
            <a:r>
              <a:rPr lang="en-US" b="0" dirty="0"/>
              <a:t>           ↓</a:t>
            </a:r>
          </a:p>
          <a:p>
            <a:pPr marL="228600" indent="0"/>
            <a:r>
              <a:rPr lang="en-US" b="0" dirty="0"/>
              <a:t>Image Preprocessing</a:t>
            </a:r>
          </a:p>
          <a:p>
            <a:pPr marL="228600" indent="0"/>
            <a:r>
              <a:rPr lang="en-US" b="0" dirty="0"/>
              <a:t>           ↓</a:t>
            </a:r>
          </a:p>
          <a:p>
            <a:pPr marL="228600" indent="0"/>
            <a:r>
              <a:rPr lang="en-IN" b="0" dirty="0"/>
              <a:t>YOLOv11</a:t>
            </a:r>
            <a:r>
              <a:rPr lang="en-IN" dirty="0"/>
              <a:t> </a:t>
            </a:r>
            <a:r>
              <a:rPr lang="en-US" b="0" dirty="0"/>
              <a:t>Backbone</a:t>
            </a:r>
          </a:p>
          <a:p>
            <a:pPr marL="228600" indent="0"/>
            <a:r>
              <a:rPr lang="en-US" b="0" dirty="0"/>
              <a:t>           ↓</a:t>
            </a:r>
          </a:p>
          <a:p>
            <a:pPr marL="228600" indent="0"/>
            <a:r>
              <a:rPr lang="en-US" b="0" dirty="0"/>
              <a:t>Feature Extraction</a:t>
            </a:r>
          </a:p>
          <a:p>
            <a:pPr marL="228600" indent="0"/>
            <a:r>
              <a:rPr lang="en-US" b="0" dirty="0"/>
              <a:t>	↓</a:t>
            </a:r>
          </a:p>
          <a:p>
            <a:pPr marL="228600" indent="0"/>
            <a:r>
              <a:rPr lang="en-US" b="0" dirty="0"/>
              <a:t>Neck (Feature Fusion)</a:t>
            </a:r>
          </a:p>
          <a:p>
            <a:pPr marL="228600" indent="0"/>
            <a:r>
              <a:rPr lang="en-US" b="0" dirty="0"/>
              <a:t>	↓</a:t>
            </a:r>
          </a:p>
          <a:p>
            <a:pPr marL="228600" indent="0"/>
            <a:r>
              <a:rPr lang="en-US" b="0" dirty="0"/>
              <a:t>Detection Head</a:t>
            </a:r>
          </a:p>
          <a:p>
            <a:pPr marL="228600" indent="0"/>
            <a:r>
              <a:rPr lang="en-US" b="0" dirty="0"/>
              <a:t>	↓</a:t>
            </a:r>
          </a:p>
          <a:p>
            <a:pPr marL="228600" indent="0"/>
            <a:r>
              <a:rPr lang="en-IN" b="0" dirty="0"/>
              <a:t>Detected Traffic Objects</a:t>
            </a:r>
          </a:p>
        </p:txBody>
      </p:sp>
    </p:spTree>
    <p:extLst>
      <p:ext uri="{BB962C8B-B14F-4D97-AF65-F5344CB8AC3E}">
        <p14:creationId xmlns:p14="http://schemas.microsoft.com/office/powerpoint/2010/main" val="365630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E11BC8-D6EE-A28E-5820-475610BE13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14ABC-6C5F-53CA-F7E9-5CDEDA2B6C62}"/>
              </a:ext>
            </a:extLst>
          </p:cNvPr>
          <p:cNvSpPr txBox="1"/>
          <p:nvPr/>
        </p:nvSpPr>
        <p:spPr>
          <a:xfrm>
            <a:off x="1419955" y="1061341"/>
            <a:ext cx="74721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02BF8-7765-48F1-883D-0A59325E3D75}"/>
              </a:ext>
            </a:extLst>
          </p:cNvPr>
          <p:cNvSpPr txBox="1"/>
          <p:nvPr/>
        </p:nvSpPr>
        <p:spPr>
          <a:xfrm>
            <a:off x="3308555" y="1869174"/>
            <a:ext cx="457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YOLOv11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Faster R-CNN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↓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Weaknesses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Novel Improvement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Enhanced Model</a:t>
            </a:r>
          </a:p>
        </p:txBody>
      </p:sp>
    </p:spTree>
    <p:extLst>
      <p:ext uri="{BB962C8B-B14F-4D97-AF65-F5344CB8AC3E}">
        <p14:creationId xmlns:p14="http://schemas.microsoft.com/office/powerpoint/2010/main" val="150914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03AEE9-A74A-7A84-5ED5-0F00A88E93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3495F-DF8E-FCE2-225B-E3BF6B670AAF}"/>
              </a:ext>
            </a:extLst>
          </p:cNvPr>
          <p:cNvSpPr txBox="1"/>
          <p:nvPr/>
        </p:nvSpPr>
        <p:spPr>
          <a:xfrm>
            <a:off x="2658617" y="92592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EB9806-C25B-97AE-ADB1-E9257FD7B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248409"/>
              </p:ext>
            </p:extLst>
          </p:nvPr>
        </p:nvGraphicFramePr>
        <p:xfrm>
          <a:off x="936004" y="1768706"/>
          <a:ext cx="7872716" cy="4163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9351">
                  <a:extLst>
                    <a:ext uri="{9D8B030D-6E8A-4147-A177-3AD203B41FA5}">
                      <a16:colId xmlns:a16="http://schemas.microsoft.com/office/drawing/2014/main" val="860547266"/>
                    </a:ext>
                  </a:extLst>
                </a:gridCol>
                <a:gridCol w="4433365">
                  <a:extLst>
                    <a:ext uri="{9D8B030D-6E8A-4147-A177-3AD203B41FA5}">
                      <a16:colId xmlns:a16="http://schemas.microsoft.com/office/drawing/2014/main" val="4023927900"/>
                    </a:ext>
                  </a:extLst>
                </a:gridCol>
              </a:tblGrid>
              <a:tr h="256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Module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Description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3723666783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Collection</a:t>
                      </a: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and prepare the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VisDrone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dataset.</a:t>
                      </a: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905656102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Preprocessing</a:t>
                      </a: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Resize, normalize, and augment UAV images.</a:t>
                      </a: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2097539615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Model</a:t>
                      </a: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and test the YOLOv11 object detection model.</a:t>
                      </a: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292709040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Object Detection</a:t>
                      </a: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vehicles, pedestrians, and other traffic objects.</a:t>
                      </a: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1493240707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Evaluation</a:t>
                      </a: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Precision, Recall, and FPS.</a:t>
                      </a: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3976684955"/>
                  </a:ext>
                </a:extLst>
              </a:tr>
              <a:tr h="698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Enhancement</a:t>
                      </a:r>
                    </a:p>
                  </a:txBody>
                  <a:tcPr marL="48862" marR="48862" marT="24431" marB="24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Faster R-CNN and introduce the proposed innovation.</a:t>
                      </a:r>
                    </a:p>
                  </a:txBody>
                  <a:tcPr marL="48862" marR="48862" marT="24431" marB="24431" anchor="ctr"/>
                </a:tc>
                <a:extLst>
                  <a:ext uri="{0D108BD9-81ED-4DB2-BD59-A6C34878D82A}">
                    <a16:rowId xmlns:a16="http://schemas.microsoft.com/office/drawing/2014/main" val="301895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3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BBADE-865A-6DFD-2F79-C8296EFDA0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87F22-5745-1A94-8D60-E76DF381B764}"/>
              </a:ext>
            </a:extLst>
          </p:cNvPr>
          <p:cNvSpPr txBox="1"/>
          <p:nvPr/>
        </p:nvSpPr>
        <p:spPr>
          <a:xfrm>
            <a:off x="1234440" y="804893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with intermediate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C92BB-A7D8-35E3-128B-227CB2A2C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8" y="1704294"/>
            <a:ext cx="7325032" cy="448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3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78CC3A-D09D-F5B0-96CF-1F08D90811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D6282-2CCD-6609-F226-499BCACC9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3" y="1207577"/>
            <a:ext cx="7819190" cy="482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76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397BDD-69FA-82F9-A52C-E9C3BF2A0A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A7F8F-DE43-CD66-B603-1E812A0CA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1154232"/>
            <a:ext cx="7610168" cy="46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2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634AF5-9B5D-9CAC-9CEF-13D658AB19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0B0C2-F10B-8102-8E00-E806F7F90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1" y="1219008"/>
            <a:ext cx="7138220" cy="485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44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72E18-7F0E-9310-0606-80255C37C2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11306-6C6B-B0FD-FD55-7B4BDE79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1116129"/>
            <a:ext cx="7404100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02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A2647-6B5E-368A-7D13-A7E67A44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6C17A2-09C2-ECC2-26CE-D82990AC64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D8477-15D0-A685-303D-662763E75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34" y="1192336"/>
            <a:ext cx="7304066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67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09943" y="285415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805</Words>
  <Application>Microsoft Office PowerPoint</Application>
  <PresentationFormat>On-screen Show (4:3)</PresentationFormat>
  <Paragraphs>126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TRAFFIC MONITORING USING UAV AERIAL IMAGES</vt:lpstr>
      <vt:lpstr>Problem Statement </vt:lpstr>
      <vt:lpstr>Objectives</vt:lpstr>
      <vt:lpstr>Literature Survey</vt:lpstr>
      <vt:lpstr>Literature Survey</vt:lpstr>
      <vt:lpstr>Research Gap </vt:lpstr>
      <vt:lpstr>Architecture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Ragavi R</cp:lastModifiedBy>
  <cp:revision>20</cp:revision>
  <dcterms:created xsi:type="dcterms:W3CDTF">2025-02-28T03:17:42Z</dcterms:created>
  <dcterms:modified xsi:type="dcterms:W3CDTF">2026-07-19T16:47:31Z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